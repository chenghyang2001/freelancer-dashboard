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laude啟動流程_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041" y="0"/>
            <a:ext cx="120191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啟動元件互動_時序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6" y="0"/>
            <a:ext cx="1143972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啟動狀態機_狀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560" y="0"/>
            <a:ext cx="24188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開發者啟動旅程_使用者旅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83" y="0"/>
            <a:ext cx="95162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設定覆蓋鏈_開發分支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835" y="0"/>
            <a:ext cx="919232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啟動檔案類別模型_class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878"/>
            <a:ext cx="12192000" cy="29702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啟動實體關係_er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5163"/>
            <a:ext cx="12192000" cy="41676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啟動系統架構_block-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834" y="0"/>
            <a:ext cx="361233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雙層資料夾對照_block-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722" y="0"/>
            <a:ext cx="47365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MCP雲端整合架構_block-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77" y="0"/>
            <a:ext cx="70532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導入專案設定看板_看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743"/>
            <a:ext cx="12192000" cy="66185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啟動設定需求_需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6449"/>
            <a:ext cx="12192000" cy="53651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專案配置導入時程_甘特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設定機制演進里程碑_時間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878"/>
            <a:ext cx="12192000" cy="60182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啟動檔案總覽_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0980"/>
            <a:ext cx="12192000" cy="5956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設定檔象限分佈_四象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設定來源流向_桑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4" y="0"/>
            <a:ext cx="997527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各類別層級數_長條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0"/>
            <a:ext cx="9601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草稿準確度組成_圓餅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0"/>
            <a:ext cx="9829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生態系統整合全景_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287" y="0"/>
            <a:ext cx="643142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