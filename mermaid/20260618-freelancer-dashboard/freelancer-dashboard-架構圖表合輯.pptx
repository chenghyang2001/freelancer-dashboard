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freelancer-dashboard — 架構圖表合輯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架構 5 張 + Wiki 8 張 ｜ 來源 docs/architecture.md + GitNexus Wiki ｜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01｜心智圖</a:t>
            </a:r>
          </a:p>
        </p:txBody>
      </p:sp>
      <p:pic>
        <p:nvPicPr>
          <p:cNvPr id="3" name="Picture 2" descr="freelancer-dashboard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029" y="1005840"/>
            <a:ext cx="8487636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02｜流程圖</a:t>
            </a:r>
          </a:p>
        </p:txBody>
      </p:sp>
      <p:pic>
        <p:nvPicPr>
          <p:cNvPr id="3" name="Picture 2" descr="freelancer-dashboard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054" y="1005840"/>
            <a:ext cx="2335585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03｜系統架構圖</a:t>
            </a:r>
          </a:p>
        </p:txBody>
      </p:sp>
      <p:pic>
        <p:nvPicPr>
          <p:cNvPr id="3" name="Picture 2" descr="freelancer-dashboard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421" y="1005840"/>
            <a:ext cx="2826852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04｜實體關係圖</a:t>
            </a:r>
          </a:p>
        </p:txBody>
      </p:sp>
      <p:pic>
        <p:nvPicPr>
          <p:cNvPr id="3" name="Picture 2" descr="freelancer-dashboard-04-實體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230" y="1005840"/>
            <a:ext cx="5043234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05｜序列圖</a:t>
            </a:r>
          </a:p>
        </p:txBody>
      </p:sp>
      <p:pic>
        <p:nvPicPr>
          <p:cNvPr id="3" name="Picture 2" descr="freelancer-dashboard-05-序列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716" y="1005840"/>
            <a:ext cx="5428262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Wiki 補充 — GitNexus 知識圖譜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Wiki｜authentication 01</a:t>
            </a:r>
          </a:p>
        </p:txBody>
      </p:sp>
      <p:pic>
        <p:nvPicPr>
          <p:cNvPr id="3" name="Picture 2" descr="wiki-authentication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139" y="1005840"/>
            <a:ext cx="5617417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Wiki｜dashboard 01</a:t>
            </a:r>
          </a:p>
        </p:txBody>
      </p:sp>
      <p:pic>
        <p:nvPicPr>
          <p:cNvPr id="3" name="Picture 2" descr="wiki-dashboar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39" y="1005840"/>
            <a:ext cx="11301815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Wiki｜database-layer 01</a:t>
            </a:r>
          </a:p>
        </p:txBody>
      </p:sp>
      <p:pic>
        <p:nvPicPr>
          <p:cNvPr id="3" name="Picture 2" descr="wiki-database-layer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235" y="1005840"/>
            <a:ext cx="2125223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Wiki｜home 01</a:t>
            </a:r>
          </a:p>
        </p:txBody>
      </p:sp>
      <p:pic>
        <p:nvPicPr>
          <p:cNvPr id="3" name="Picture 2" descr="wiki-hom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694" y="1005840"/>
            <a:ext cx="4338305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Wiki｜other 01</a:t>
            </a:r>
          </a:p>
        </p:txBody>
      </p:sp>
      <p:pic>
        <p:nvPicPr>
          <p:cNvPr id="3" name="Picture 2" descr="wiki-other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384" y="1005840"/>
            <a:ext cx="2302925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Wiki｜overview 01</a:t>
            </a:r>
          </a:p>
        </p:txBody>
      </p:sp>
      <p:pic>
        <p:nvPicPr>
          <p:cNvPr id="3" name="Picture 2" descr="wiki-overview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28" y="1005840"/>
            <a:ext cx="10762238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Wiki｜ui-components 01</a:t>
            </a:r>
          </a:p>
        </p:txBody>
      </p:sp>
      <p:pic>
        <p:nvPicPr>
          <p:cNvPr id="3" name="Picture 2" descr="wiki-ui-component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510199"/>
            <a:ext cx="11551615" cy="4523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Wiki｜utilities 01</a:t>
            </a:r>
          </a:p>
        </p:txBody>
      </p:sp>
      <p:pic>
        <p:nvPicPr>
          <p:cNvPr id="3" name="Picture 2" descr="wiki-utilitie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3381443"/>
            <a:ext cx="11551615" cy="780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