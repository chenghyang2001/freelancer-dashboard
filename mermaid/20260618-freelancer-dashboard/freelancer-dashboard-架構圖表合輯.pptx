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freelancer-dashboard — 架構圖表合輯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FFFFFF"/>
                </a:solidFill>
              </a:rPr>
              <a:t>5 張圖表 ｜ 來源 docs/architecture.md ｜ 2026-06-18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01｜心智圖</a:t>
            </a:r>
          </a:p>
        </p:txBody>
      </p:sp>
      <p:pic>
        <p:nvPicPr>
          <p:cNvPr id="3" name="Picture 2" descr="freelancer-dashboard-01-心智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029" y="1005840"/>
            <a:ext cx="8487636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02｜流程圖</a:t>
            </a:r>
          </a:p>
        </p:txBody>
      </p:sp>
      <p:pic>
        <p:nvPicPr>
          <p:cNvPr id="3" name="Picture 2" descr="freelancer-dashboard-02-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054" y="1005840"/>
            <a:ext cx="2335585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03｜系統架構圖</a:t>
            </a:r>
          </a:p>
        </p:txBody>
      </p:sp>
      <p:pic>
        <p:nvPicPr>
          <p:cNvPr id="3" name="Picture 2" descr="freelancer-dashboard-03-系統架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421" y="1005840"/>
            <a:ext cx="2826852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04｜實體關係圖</a:t>
            </a:r>
          </a:p>
        </p:txBody>
      </p:sp>
      <p:pic>
        <p:nvPicPr>
          <p:cNvPr id="3" name="Picture 2" descr="freelancer-dashboard-04-實體關係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4230" y="1005840"/>
            <a:ext cx="5043234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05｜序列圖</a:t>
            </a:r>
          </a:p>
        </p:txBody>
      </p:sp>
      <p:pic>
        <p:nvPicPr>
          <p:cNvPr id="3" name="Picture 2" descr="freelancer-dashboard-05-序列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716" y="1005840"/>
            <a:ext cx="5428262" cy="5532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